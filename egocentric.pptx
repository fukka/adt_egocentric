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81"/>
  </p:normalViewPr>
  <p:slideViewPr>
    <p:cSldViewPr snapToGrid="0">
      <p:cViewPr varScale="1">
        <p:scale>
          <a:sx n="116" d="100"/>
          <a:sy n="116" d="100"/>
        </p:scale>
        <p:origin x="32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8B206-2141-E943-DF1E-A681CF095C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EB4003-815B-8217-04FD-19DE397C21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17DC02-86AC-7590-06DA-2FE9C0B1B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94326-9B81-6A48-B2B5-28A8D4D6BAC3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49506F-40E9-2774-F94F-4C0D994D5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C048AD-C175-B5EA-DC96-7AF7B1AB8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AD3BD-E011-5147-A7CB-F97EB4CDE4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167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EA99C-CA38-6DA9-822C-1ACB5E584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1982E9-8F5E-8643-5CB4-9B040CE0E9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264468-BD6D-AA9A-4D04-D494CA519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94326-9B81-6A48-B2B5-28A8D4D6BAC3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12BC1D-BAA8-5B7D-EEA9-918F33777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48FC1F-14E9-989E-BFB1-B9A08E39A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AD3BD-E011-5147-A7CB-F97EB4CDE4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730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C08F8-792D-90F7-C062-C04A2B698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9F1002-44AE-2B06-17D5-9346604EAF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6F857D-FE49-F39B-F9DD-DEA2D2869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94326-9B81-6A48-B2B5-28A8D4D6BAC3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CA6A85-A566-744D-A8D7-C35F7F0F7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57986F-8EF7-4990-6830-5DF834A82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AD3BD-E011-5147-A7CB-F97EB4CDE4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065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B44A3-295B-E1A7-3B03-A0E5DD37F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4E1A44-A3B3-D13D-5187-BF0C3420F8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BABDA2-3FC1-E56C-9DC3-3D00BFEA5B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042915-0B2D-4369-69F7-6632475C6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94326-9B81-6A48-B2B5-28A8D4D6BAC3}" type="datetimeFigureOut">
              <a:rPr lang="en-US" smtClean="0"/>
              <a:t>4/13/26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60775C-924E-7DC5-BC96-6047699C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E598-226D-BF50-69FF-7668A1648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AD3BD-E011-5147-A7CB-F97EB4CDE4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6611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132C4-7BBD-AF5C-3166-F13C31553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3CF22F-C344-72A9-2BB2-AFAD2517D2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7D3746-D4BB-23A4-6249-B85B25D75B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0E6715-39AF-575E-F5E9-C0891E6046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5B318B-1E79-F236-5D23-A41A1F3182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E707F1-9004-FBBD-B531-1A4A62F70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94326-9B81-6A48-B2B5-28A8D4D6BAC3}" type="datetimeFigureOut">
              <a:rPr lang="en-US" smtClean="0"/>
              <a:t>4/13/26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9C3616-CA98-4E7D-87F9-2ACF488D4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37D92B-87D9-4272-E3D9-106530206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AD3BD-E011-5147-A7CB-F97EB4CDE4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847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BB62F-CC01-17CA-DFF3-1FC48B7CA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9F2692-2AAB-18CB-9EC7-62068C166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94326-9B81-6A48-B2B5-28A8D4D6BAC3}" type="datetimeFigureOut">
              <a:rPr lang="en-US" smtClean="0"/>
              <a:t>4/13/26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E38E0E-DA1F-980A-C832-9EC3D20B6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94BC7C-9410-D4DA-2622-72C5ADB27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AD3BD-E011-5147-A7CB-F97EB4CDE4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135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B81A72-74FB-43E4-103D-8078DDD4A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94326-9B81-6A48-B2B5-28A8D4D6BAC3}" type="datetimeFigureOut">
              <a:rPr lang="en-US" smtClean="0"/>
              <a:t>4/13/26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F8C8AA-1467-C223-CDFA-7E9ADE0DB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B8416D-5988-FBFF-654D-26FC6ADCA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AD3BD-E011-5147-A7CB-F97EB4CDE4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354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8C250-8B13-3180-8EF7-2CF207E41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2C46D2-4ADD-E359-0985-F6AA4CF4D0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EC227D-AC32-07B8-5DED-3A504CCD44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FDFCC8-05B2-C080-2910-C038DA1FE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94326-9B81-6A48-B2B5-28A8D4D6BAC3}" type="datetimeFigureOut">
              <a:rPr lang="en-US" smtClean="0"/>
              <a:t>4/13/26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40B468-0A73-CBAB-9E53-B5E1DEBBB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654733-5ECB-7D0C-FA9E-45749A335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AD3BD-E011-5147-A7CB-F97EB4CDE4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8095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945EC-D0B4-FAD4-88E7-B771D84C5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A263F6-F556-8504-5EB8-D7C477199D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A7DDA9-D75C-890C-FB5C-3E5861C5A7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41EE73-887D-C42F-4E9C-836E64328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94326-9B81-6A48-B2B5-28A8D4D6BAC3}" type="datetimeFigureOut">
              <a:rPr lang="en-US" smtClean="0"/>
              <a:t>4/13/26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FD7BA0-9F24-935F-5360-0BF5D1A42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52BF5C-14DC-3B51-03F4-4A1D4FD36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AD3BD-E011-5147-A7CB-F97EB4CDE4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4277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C5AA6-D011-34BA-BF31-5F669BC78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DC7E8C-D95A-79EA-33D2-26BA33345D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86E88D-0023-4FFA-AECB-1D994B382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94326-9B81-6A48-B2B5-28A8D4D6BAC3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D190AF-6749-7298-88EE-7870F957C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E78D28-F39A-A5AF-144D-A56EC5E05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AD3BD-E011-5147-A7CB-F97EB4CDE4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2145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FF03CA-79FA-01A1-7B78-593557281A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1D6B82-612E-6C94-95CA-0ED32309E9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2C0792-F282-5047-317A-C03BE2BE1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94326-9B81-6A48-B2B5-28A8D4D6BAC3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1D431E-4371-BCA5-AFA0-CEC3AA082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29D43F-25AD-8BE4-1A57-A163B672F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1AD3BD-E011-5147-A7CB-F97EB4CDE4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9704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B678B0-289E-0EF1-3C31-58317721D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1E6591-DADC-C747-498D-670D35E361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F0A4AE-4C4B-1959-6D58-0DD087EEEE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294326-9B81-6A48-B2B5-28A8D4D6BAC3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3E2E4C-16FB-EDA1-03E9-5B6B3A8019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C4CBC3-BCE1-86E9-AB29-5988F18083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1AD3BD-E011-5147-A7CB-F97EB4CDE4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253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F668F-871E-7CA6-AB2C-DC7E779F9E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Egocentric Scene Rendering and Segmentation Evaluation with Aria Digital Twin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A216DD-08C7-E80A-C5C2-B28797F004A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Reproducing and Benchmarking ADT Synthetic Frames Using Blender + SAM 2.1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9266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997B9-4D2A-0C3D-F61B-BD863130A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Motivation &amp; Goal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3F289F-BD89-7DAB-0654-9B6111BAA6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Aria Digital Twin (ADT) dataset provides ground-truth 6-DoF object poses and a synthetic fisheye render </a:t>
            </a:r>
          </a:p>
          <a:p>
            <a:r>
              <a:rPr lang="en-US" dirty="0"/>
              <a:t>Goal: reproduce the render from scratch using the pose data and 3D models</a:t>
            </a:r>
          </a:p>
          <a:p>
            <a:r>
              <a:rPr lang="en-US" dirty="0"/>
              <a:t>Benefits:</a:t>
            </a:r>
          </a:p>
          <a:p>
            <a:pPr lvl="1"/>
            <a:r>
              <a:rPr lang="en-CA" dirty="0"/>
              <a:t>Enables controlled generation of training and evaluation data (different views, egocentric VS exocentric) </a:t>
            </a:r>
          </a:p>
          <a:p>
            <a:pPr lvl="1"/>
            <a:r>
              <a:rPr lang="en-CA" dirty="0"/>
              <a:t>Enables downstream task (segmentation SAM 2.1 Large) evaluation under different image conditions (fisheye VS rectified, etc.)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39562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A6150-552E-8AAC-541F-E55707F22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Dataset Overview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7D6B0D-A7E2-DE65-BEA0-156E69518F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Sequence: </a:t>
            </a:r>
            <a:r>
              <a:rPr lang="en-US" sz="2400" dirty="0"/>
              <a:t>Apartment_release_golden_skeleton_seq100_10s_sample</a:t>
            </a:r>
          </a:p>
          <a:p>
            <a:r>
              <a:rPr lang="en-US" dirty="0"/>
              <a:t>10-second indoor apartment clip, ~300 RGB frames at 1408×1408</a:t>
            </a:r>
          </a:p>
          <a:p>
            <a:r>
              <a:rPr lang="en-US" dirty="0"/>
              <a:t>Provided ground truth: 6-DoF camera trajectory, per-object T_WO poses, instance segmentation masks (stream 400-1), and a reference synthetic render</a:t>
            </a:r>
          </a:p>
          <a:p>
            <a:r>
              <a:rPr lang="en-US" dirty="0"/>
              <a:t>3D assets: ~400 GLB object models from the Digital Twin Catalog (DTC)</a:t>
            </a:r>
          </a:p>
          <a:p>
            <a:r>
              <a:rPr lang="en-US" dirty="0"/>
              <a:t>Camera model: Aria FISHEYE624 — </a:t>
            </a:r>
            <a:r>
              <a:rPr lang="en-US" dirty="0" err="1"/>
              <a:t>Kannala</a:t>
            </a:r>
            <a:r>
              <a:rPr lang="en-US" dirty="0"/>
              <a:t>-Brandt polynomial with 6 radial coefficients; not a standard pinhole or OpenCV fisheye</a:t>
            </a:r>
          </a:p>
        </p:txBody>
      </p:sp>
    </p:spTree>
    <p:extLst>
      <p:ext uri="{BB962C8B-B14F-4D97-AF65-F5344CB8AC3E}">
        <p14:creationId xmlns:p14="http://schemas.microsoft.com/office/powerpoint/2010/main" val="35026846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Image">
            <a:extLst>
              <a:ext uri="{FF2B5EF4-FFF2-40B4-BE49-F238E27FC236}">
                <a16:creationId xmlns:a16="http://schemas.microsoft.com/office/drawing/2014/main" id="{A7802A6C-A30A-DC69-D0DA-66ED365963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96531"/>
            <a:ext cx="4916265" cy="4759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5900F88-9367-E8DC-05A0-30E360B531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2164" y="1417600"/>
            <a:ext cx="6275024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(left) real RGB fisheye frame, (</a:t>
            </a:r>
            <a:r>
              <a:rPr lang="en-US" dirty="0" err="1"/>
              <a:t>centre</a:t>
            </a:r>
            <a:r>
              <a:rPr lang="en-US" dirty="0"/>
              <a:t>) GT instance segmentation </a:t>
            </a:r>
            <a:r>
              <a:rPr lang="en-US" dirty="0" err="1"/>
              <a:t>colourised</a:t>
            </a:r>
            <a:r>
              <a:rPr lang="en-US" dirty="0"/>
              <a:t>, (right) ADT synthetic fisheye render</a:t>
            </a:r>
          </a:p>
        </p:txBody>
      </p:sp>
    </p:spTree>
    <p:extLst>
      <p:ext uri="{BB962C8B-B14F-4D97-AF65-F5344CB8AC3E}">
        <p14:creationId xmlns:p14="http://schemas.microsoft.com/office/powerpoint/2010/main" val="33060031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6D09F-E872-84A1-BD58-CE9506CD9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The Blender Pipeline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0F6629-18DA-093B-BAD7-8ED34819C0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ADT CSVs (T_WO, trajectory) → Per-frame JSON → </a:t>
            </a:r>
            <a:r>
              <a:rPr lang="en-CA" b="1" dirty="0"/>
              <a:t>Blender 3.6 Cycles</a:t>
            </a:r>
            <a:r>
              <a:rPr lang="en-CA" dirty="0"/>
              <a:t> (equirectangular panorama) → </a:t>
            </a:r>
            <a:r>
              <a:rPr lang="en-CA" b="1" dirty="0"/>
              <a:t>FISHEYE624 Remap</a:t>
            </a:r>
            <a:r>
              <a:rPr lang="en-CA" dirty="0"/>
              <a:t> (Newton-Raphson LUT) → Fisheye PNG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4709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5F48C-06C0-B422-437E-170F2C421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Pose Issue (TODO)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BF94C4-8512-0474-A815-4DC430B03A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3810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FA5D1-9360-025C-7937-D9522B582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Render Results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4E8139-350A-8D33-02FF-D38FE09300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Large side-by-side, full width — synthetic on left, our fisheye render on right.</a:t>
            </a:r>
          </a:p>
          <a:p>
            <a:r>
              <a:rPr lang="en-CA" dirty="0"/>
              <a:t>Lighting differs: ADT synthetic uses a proprietary physically-accurate renderer; ours approximates with 4 warm point lights + Filmic tone mapping (exposure = −0.7)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10835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AF946-242C-892B-2F56-E4F5A7042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SAM 2.1 Large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1D45CA-A9C1-8674-9BAE-8F023E1B13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Input: rotated 90° CW to upright orientation, resized to 1024×1024 (SAM's native resolution)</a:t>
            </a:r>
          </a:p>
          <a:p>
            <a:pPr lvl="1"/>
            <a:r>
              <a:rPr lang="en-CA" dirty="0"/>
              <a:t>real RGB frame</a:t>
            </a:r>
          </a:p>
          <a:p>
            <a:pPr lvl="1"/>
            <a:r>
              <a:rPr lang="en-CA"/>
              <a:t>synthetic </a:t>
            </a:r>
            <a:r>
              <a:rPr lang="en-CA" dirty="0"/>
              <a:t>RGB frame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8605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317</Words>
  <Application>Microsoft Macintosh PowerPoint</Application>
  <PresentationFormat>Widescreen</PresentationFormat>
  <Paragraphs>25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Egocentric Scene Rendering and Segmentation Evaluation with Aria Digital Twin</vt:lpstr>
      <vt:lpstr>Motivation &amp; Goal</vt:lpstr>
      <vt:lpstr>Dataset Overview</vt:lpstr>
      <vt:lpstr>PowerPoint Presentation</vt:lpstr>
      <vt:lpstr>The Blender Pipeline</vt:lpstr>
      <vt:lpstr>Pose Issue (TODO)</vt:lpstr>
      <vt:lpstr>Render Results</vt:lpstr>
      <vt:lpstr>SAM 2.1 Large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Fukka Chou</dc:creator>
  <cp:lastModifiedBy>Fukka Chou</cp:lastModifiedBy>
  <cp:revision>15</cp:revision>
  <dcterms:created xsi:type="dcterms:W3CDTF">2026-04-14T02:19:06Z</dcterms:created>
  <dcterms:modified xsi:type="dcterms:W3CDTF">2026-04-14T02:37:40Z</dcterms:modified>
</cp:coreProperties>
</file>